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85432" y="2148840"/>
            <a:ext cx="2560320" cy="256032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6752" y="1280160"/>
            <a:ext cx="4297680" cy="4297680"/>
          </a:xfrm>
          <a:prstGeom prst="ellipse">
            <a:avLst/>
          </a:prstGeom>
          <a:ln w="1270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8072" y="411480"/>
            <a:ext cx="6035040" cy="6035040"/>
          </a:xfrm>
          <a:prstGeom prst="ellipse">
            <a:avLst/>
          </a:prstGeom>
          <a:ln w="12700">
            <a:solidFill>
              <a:srgbClr val="CADCFC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9392" y="-457200"/>
            <a:ext cx="7772400" cy="7772400"/>
          </a:xfrm>
          <a:prstGeom prst="ellipse">
            <a:avLst/>
          </a:prstGeom>
          <a:ln w="12700">
            <a:solidFill>
              <a:srgbClr val="CADCFC">
                <a:alpha val="21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31089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SentryEye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3375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motion detection, engineered for trust.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prospective integration &amp; channel partners  |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motion sensing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of security and smart-building systems keep running into the same three failures.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alarms erode trust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Pets, curtains, and HVAC drafts trigger nuisance alerts, training users to ignore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96596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energy &amp; runtime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and HVAC stay on in empty rooms because sensors miss occupancy changes or never reset.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75320" y="3154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 spots at the edges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384048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detection cones leave gaps at doorways, corners, and stairwells where incidents happen.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51B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SentryEye PIR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Sensor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passive-infrared sensor built to cut false alarms, extend battery life, and give installers a wider, smarter field of view — without raising the price of the system.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 detection range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599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110° field of view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206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5056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Pet-immune up to 25 kg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57784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55138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battery life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587234" y="1874520"/>
            <a:ext cx="3108960" cy="3108960"/>
          </a:xfrm>
          <a:prstGeom prst="ellipse">
            <a:avLst/>
          </a:prstGeom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90154" y="2377440"/>
            <a:ext cx="2103120" cy="210312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318754" y="2834640"/>
            <a:ext cx="164592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849106" y="31363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7122" y="326440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04354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SentryEye G3 Sensor Module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PIR detection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SentryEye reads changes in infrared radiation — not motion itself — across a segmented lens 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587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Sense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pyroelectric element continuously reads ambient infrared heat across its field of view.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99232" y="3749040"/>
            <a:ext cx="23774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64408" y="210312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0228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47288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Compare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47288" y="37033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Fresnel lens zone is checked against the prior reading to flag a rapid heat differential.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15000" y="3749040"/>
            <a:ext cx="23774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0176" y="210312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25996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88" y="25877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3056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Filter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63056" y="37033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firmware screens the signal against pet/size and rate-of-change thresholds.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430768" y="3749040"/>
            <a:ext cx="237744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695944" y="2103120"/>
            <a:ext cx="2423160" cy="3291840"/>
          </a:xfrm>
          <a:prstGeom prst="roundRect">
            <a:avLst>
              <a:gd name="adj" fmla="val 301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41764" y="24231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6356" y="258775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78824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Trigger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878824" y="370332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human-scale event fires the alert in under 50 ms over a low-power signal.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installers and end users ask for, in one housing.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coverage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110° field of view, 12 m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Pet-immune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0352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pets and objects up to 25 kg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86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Ultra-low power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5256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battery life on 2x AA cells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Wireless-ready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45445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Zigbee, Z-Wave, and Wi-Fi variants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3434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Sub-50ms response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303520" y="45445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trigger-to-alert latency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3434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IP65 rated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52560" y="45445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Dust- and weather-resistant housing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SentryEye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sensor platform, four verticals — same firmware, same reliability.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51B4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37744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Residential 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Whole-home coverage with pet immunity for everyday households.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51B4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37744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5420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lighting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Occupancy-driven lighting and HVAC control that cuts energy waste.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51B4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9480" y="237744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542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3886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counting and after-hours intrusion detection on the sales floor.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151B4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9840" y="2377440"/>
            <a:ext cx="731520" cy="731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25420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&amp; logistics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72600" y="3886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aisle coverage built for cold storage and high-bay racking.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SentryEye vs. standard PIR sensors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0058400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3200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SentryEye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of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False-alarm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per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per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life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24 months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150–300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&lt;50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protection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protocols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(proprietary)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Zigbee / Z-Wave / Wi-Fi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for every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pricing available for integrators and channel partners.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unit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8328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3284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or single-protocol wireless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79476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7398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housing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151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warranty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160520" y="1691640"/>
            <a:ext cx="3291840" cy="45720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16052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4348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43484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unit</a:t>
            </a:r>
            <a:endParaRPr lang="en-US" sz="3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52044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34655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Tri-protocol wireless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393192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38770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Pet-immune + IP65</a:t>
            </a:r>
            <a:endParaRPr lang="en-US" sz="11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34340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54880" y="428853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warranty</a:t>
            </a:r>
            <a:endParaRPr lang="en-US" sz="11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475488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754880" y="47000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7772400" y="1828800"/>
            <a:ext cx="3291840" cy="429768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80467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383280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366760" y="33284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OEM pricing</a:t>
            </a:r>
            <a:endParaRPr lang="en-US" sz="11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0" y="3794760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366760" y="37398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firmware branding</a:t>
            </a:r>
            <a:endParaRPr lang="en-US" sz="11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4206240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366760" y="41513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integration support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partners choose SentryEye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 in field trials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4612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62,000+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4612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shipped since launch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false alarm per 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4108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64108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on a single charge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4340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45920" y="420624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switched our entire residential line to SentryEye and cut warranty-related false-alarm complaints by 80% in two quarters.”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4592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VP of Product, national security-systems integrator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148840"/>
            <a:ext cx="2560320" cy="2560320"/>
          </a:xfrm>
          <a:prstGeom prst="ellipse">
            <a:avLst/>
          </a:prstGeom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85800" y="1280160"/>
            <a:ext cx="4297680" cy="4297680"/>
          </a:xfrm>
          <a:prstGeom prst="ellipse">
            <a:avLst/>
          </a:prstGeom>
          <a:ln w="12700">
            <a:solidFill>
              <a:srgbClr val="CADCFC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411480"/>
            <a:ext cx="6035040" cy="6035040"/>
          </a:xfrm>
          <a:prstGeom prst="ellipse">
            <a:avLst/>
          </a:prstGeom>
          <a:ln w="12700">
            <a:solidFill>
              <a:srgbClr val="CADCFC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423160" y="-457200"/>
            <a:ext cx="7772400" cy="7772400"/>
          </a:xfrm>
          <a:prstGeom prst="ellipse">
            <a:avLst/>
          </a:prstGeom>
          <a:ln w="12700">
            <a:solidFill>
              <a:srgbClr val="CADCFC">
                <a:alpha val="2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SentryEye into your next build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sample kit, volume pricing, or a technical integration call.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959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partners@sentryeye-sensors.com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8056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4416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(555) 019-4420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3776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4873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sentryeye-sensors.com/partners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SentryEye PIR Motion Sensor</dc:title>
  <dc:subject>PptxGenJS Presentation</dc:subject>
  <dc:creator>SentryEye</dc:creator>
  <cp:lastModifiedBy>SentryEye</cp:lastModifiedBy>
  <cp:revision>1</cp:revision>
  <dcterms:created xsi:type="dcterms:W3CDTF">2026-06-19T09:17:09Z</dcterms:created>
  <dcterms:modified xsi:type="dcterms:W3CDTF">2026-06-19T09:17:09Z</dcterms:modified>
</cp:coreProperties>
</file>